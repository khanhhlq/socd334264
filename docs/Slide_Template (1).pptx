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69" r:id="rId3"/>
    <p:sldId id="274" r:id="rId4"/>
    <p:sldId id="271" r:id="rId5"/>
    <p:sldId id="272" r:id="rId6"/>
    <p:sldId id="270" r:id="rId7"/>
    <p:sldId id="282" r:id="rId8"/>
    <p:sldId id="277" r:id="rId9"/>
    <p:sldId id="275" r:id="rId10"/>
    <p:sldId id="278" r:id="rId11"/>
    <p:sldId id="27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3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3EF47F-EE9B-40ED-A73F-868B0AA1DC2B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9345FB-979E-4441-9C0E-2E1CE68F4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14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9345FB-979E-4441-9C0E-2E1CE68F4D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4808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9345FB-979E-4441-9C0E-2E1CE68F4D3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8639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7128" y="1587312"/>
            <a:ext cx="9144000" cy="2387600"/>
          </a:xfrm>
        </p:spPr>
        <p:txBody>
          <a:bodyPr anchor="b">
            <a:normAutofit/>
          </a:bodyPr>
          <a:lstStyle>
            <a:lvl1pPr algn="ctr">
              <a:defRPr sz="5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7128" y="4549850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0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CF5569-29AB-48CA-906C-0706DB56E7E0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EF27F3A-7452-4B61-8D7B-807CB0BC8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335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341912"/>
            <a:ext cx="11413210" cy="5308270"/>
          </a:xfrm>
        </p:spPr>
        <p:txBody>
          <a:bodyPr/>
          <a:lstStyle>
            <a:lvl1pPr algn="just">
              <a:defRPr/>
            </a:lvl1pPr>
            <a:lvl2pPr algn="just">
              <a:defRPr/>
            </a:lvl2pPr>
            <a:lvl3pPr algn="just">
              <a:defRPr/>
            </a:lvl3pPr>
            <a:lvl4pPr algn="just">
              <a:defRPr/>
            </a:lvl4pPr>
            <a:lvl5pPr algn="just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CF5569-29AB-48CA-906C-0706DB56E7E0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EF27F3A-7452-4B61-8D7B-807CB0BC8C9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1078173" y="1105798"/>
            <a:ext cx="10282082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 userDrawn="1"/>
        </p:nvSpPr>
        <p:spPr>
          <a:xfrm>
            <a:off x="381000" y="6447105"/>
            <a:ext cx="29136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HWSW Codesign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C0DB3E0-4BC9-A679-A8AE-61E519036C0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875"/>
            <a:ext cx="977191" cy="1183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947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0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CF5569-29AB-48CA-906C-0706DB56E7E0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EF27F3A-7452-4B61-8D7B-807CB0BC8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836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CF5569-29AB-48CA-906C-0706DB56E7E0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EF27F3A-7452-4B61-8D7B-807CB0BC8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669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CF5569-29AB-48CA-906C-0706DB56E7E0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EF27F3A-7452-4B61-8D7B-807CB0BC8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27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CF5569-29AB-48CA-906C-0706DB56E7E0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EF27F3A-7452-4B61-8D7B-807CB0BC8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406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0629" y="127618"/>
            <a:ext cx="11934701" cy="10480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629" y="1341912"/>
            <a:ext cx="11934701" cy="53082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34087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4"/>
    <p:sldLayoutId id="2147483657" r:id="rId5"/>
    <p:sldLayoutId id="2147483658" r:id="rId6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572FE39-994B-1227-6830-DECB784779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FE702EC-D898-A280-556E-FDF4883E26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4444F228-BC95-29CB-7488-1A5BB60BB7D4}"/>
              </a:ext>
            </a:extLst>
          </p:cNvPr>
          <p:cNvSpPr txBox="1">
            <a:spLocks/>
          </p:cNvSpPr>
          <p:nvPr/>
        </p:nvSpPr>
        <p:spPr>
          <a:xfrm>
            <a:off x="1263480" y="1587312"/>
            <a:ext cx="9144000" cy="78931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000" b="1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br>
              <a:rPr lang="en-US" sz="3200" dirty="0"/>
            </a:br>
            <a:endParaRPr lang="en-US" sz="3200" dirty="0"/>
          </a:p>
          <a:p>
            <a:r>
              <a:rPr lang="en-US" sz="3200" dirty="0" err="1"/>
              <a:t>Tên</a:t>
            </a:r>
            <a:r>
              <a:rPr lang="en-US" sz="3200" dirty="0"/>
              <a:t> </a:t>
            </a:r>
            <a:r>
              <a:rPr lang="en-US" sz="3200" dirty="0" err="1"/>
              <a:t>đề</a:t>
            </a:r>
            <a:r>
              <a:rPr lang="en-US" sz="3200" dirty="0"/>
              <a:t> </a:t>
            </a:r>
            <a:r>
              <a:rPr lang="en-US" sz="3200" dirty="0" err="1"/>
              <a:t>tài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434347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Nội</a:t>
            </a:r>
            <a:r>
              <a:rPr lang="en-US" dirty="0"/>
              <a:t> dung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030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B1E492-02A5-DD5C-B3DF-84B4C7FB9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848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xuất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870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Sơ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khối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818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số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858" y="1933194"/>
            <a:ext cx="8150728" cy="1611825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200" i="1" dirty="0"/>
          </a:p>
          <a:p>
            <a:pPr marL="0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858522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8C0B48-1F39-115C-AEC9-9FFBCB1C4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012" y="1175657"/>
            <a:ext cx="11413210" cy="5308270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368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luận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251292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triển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8461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48615-2AA5-1CFE-679A-42EF0310B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khảo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7A1342-B3DB-2107-65A5-D0CF889092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75226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48615-2AA5-1CFE-679A-42EF0310B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photo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7A1342-B3DB-2107-65A5-D0CF889092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87688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886</TotalTime>
  <Words>30</Words>
  <Application>Microsoft Office PowerPoint</Application>
  <PresentationFormat>Widescreen</PresentationFormat>
  <Paragraphs>14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Times New Roman</vt:lpstr>
      <vt:lpstr>Wingdings</vt:lpstr>
      <vt:lpstr>Office Theme</vt:lpstr>
      <vt:lpstr>PowerPoint Presentation</vt:lpstr>
      <vt:lpstr>Nội dung</vt:lpstr>
      <vt:lpstr>Giới thiệu</vt:lpstr>
      <vt:lpstr>Đề xuất</vt:lpstr>
      <vt:lpstr>Sơ đồ khối</vt:lpstr>
      <vt:lpstr>Thông số</vt:lpstr>
      <vt:lpstr>Kết quả</vt:lpstr>
      <vt:lpstr>Kết luận</vt:lpstr>
      <vt:lpstr>Hướng phát triển</vt:lpstr>
      <vt:lpstr>Tài liệu tham khảo</vt:lpstr>
      <vt:lpstr>Group photo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Quang-Phuc Truong</dc:creator>
  <cp:lastModifiedBy>QuangPhuc Truong</cp:lastModifiedBy>
  <cp:revision>123</cp:revision>
  <dcterms:created xsi:type="dcterms:W3CDTF">2015-09-03T11:38:44Z</dcterms:created>
  <dcterms:modified xsi:type="dcterms:W3CDTF">2026-06-15T00:27:48Z</dcterms:modified>
</cp:coreProperties>
</file>